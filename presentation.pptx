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Helvetica Neue"/>
              </a:rPr>
              <a:t>온디바이스 소형 언어모델의 이해</a:t>
            </a:r>
          </a:p>
          <a:p>
            <a:pPr algn="ctr"/>
            <a:r>
              <a:rPr sz="4000">
                <a:solidFill>
                  <a:srgbClr val="B4B4B4"/>
                </a:solidFill>
                <a:latin typeface="Helvetica Neue"/>
              </a:rPr>
              <a:t>클라우드 AI에서 개인 기기 AI로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0" b="1">
                <a:solidFill>
                  <a:srgbClr val="FFFFFF"/>
                </a:solidFill>
                <a:latin typeface="Helvetica Neue"/>
              </a:rPr>
              <a:t>클라우드는 훌륭합니다.
하지만 완벽하지 않습니다.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0" b="1">
                <a:solidFill>
                  <a:srgbClr val="FFFFFF"/>
                </a:solidFill>
                <a:latin typeface="Helvetica Neue"/>
              </a:rPr>
              <a:t>비용. 지연 시간. 개인정보.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0" b="1">
                <a:solidFill>
                  <a:srgbClr val="FFFFFF"/>
                </a:solidFill>
                <a:latin typeface="Helvetica Neue"/>
              </a:rPr>
              <a:t>해답은 우리의 손 안에 있습니다.
온디바이스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0" b="1">
                <a:solidFill>
                  <a:srgbClr val="FFFFFF"/>
                </a:solidFill>
                <a:latin typeface="Helvetica Neue"/>
              </a:rPr>
              <a:t>어떻게 가능한가?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0" b="1">
                <a:solidFill>
                  <a:srgbClr val="FFFFFF"/>
                </a:solidFill>
                <a:latin typeface="Helvetica Neue"/>
              </a:rPr>
              <a:t>1. 모델을 극단적으로 가볍게.
(양자화 &amp; 1.58-bit)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0" b="1">
                <a:solidFill>
                  <a:srgbClr val="FFFFFF"/>
                </a:solidFill>
                <a:latin typeface="Helvetica Neue"/>
              </a:rPr>
              <a:t>2. 기억(메모리)의 압축.
(KV-cache 최소화)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0" b="1">
                <a:solidFill>
                  <a:srgbClr val="FFFFFF"/>
                </a:solidFill>
                <a:latin typeface="Helvetica Neue"/>
              </a:rPr>
              <a:t>3. 맞춤형 심장.
(모바일 GP-NPU 설계)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0" b="1">
                <a:solidFill>
                  <a:srgbClr val="FFFFFF"/>
                </a:solidFill>
                <a:latin typeface="Helvetica Neue"/>
              </a:rPr>
              <a:t>모든 데이터는
기기 안에 머뭅니다.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0" b="1">
                <a:solidFill>
                  <a:srgbClr val="FFFFFF"/>
                </a:solidFill>
                <a:latin typeface="Helvetica Neue"/>
              </a:rPr>
              <a:t>스마트폰. 태블릿. 노트북.
하나의 지능으로 연결됩니다.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0" b="1">
                <a:solidFill>
                  <a:srgbClr val="FFFFFF"/>
                </a:solidFill>
                <a:latin typeface="Helvetica Neue"/>
              </a:rPr>
              <a:t>더 빠르고, 더 안전하며,
가장 개인적인 AI.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Helvetica Neue"/>
              </a:rPr>
              <a:t>감사합니다.</a:t>
            </a:r>
          </a:p>
          <a:p>
            <a:pPr algn="ctr"/>
            <a:r>
              <a:rPr sz="4000">
                <a:solidFill>
                  <a:srgbClr val="B4B4B4"/>
                </a:solidFill>
                <a:latin typeface="Helvetica Neue"/>
              </a:rPr>
              <a:t>김현우, 김진희, 김민솔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